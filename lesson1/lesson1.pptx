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Claude Code 实战课程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 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Microsoft YaHei"/>
              </a:defRPr>
            </a:pPr>
            <a:r>
              <a:t>“哇”时刻 + 环境搭建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Microsoft YaHei"/>
              </a:defRPr>
            </a:pPr>
            <a:r>
              <a:t>今天的目标：亲眼见证 AI 的威力，装好工具，跑通第一个项目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今天结束时，你会……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❤️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内心被点燃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亲眼看到 AI 在 10 分钟内把一个想法变成可用网页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环境就绪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电脑上能跑通 Claude Code 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⌨️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完成首次交互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自己跟 Claude Code 对话过一次，看到过它的输出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今天的时间线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开场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自我介绍，课程概述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642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64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铺垫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642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什么是 Claude Code？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3969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1396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“哇”时刻演示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396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现场征集想法，10 分钟做出网页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1518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15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拆解演示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61518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解释核心循环：描述 → 生成 → 评估 → 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906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906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090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课程路线图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906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8 次课的旅程总览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566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终端入门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打开终端，学 5 个基础命令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16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0416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041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08090"/>
                </a:solidFill>
                <a:latin typeface="Microsoft YaHei"/>
              </a:defRPr>
            </a:pPr>
            <a:r>
              <a:t>休息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0416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171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5171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25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5171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环境安装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5171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Node.js → Claude Code → API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9926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9926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9926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首次交互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99262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每人跑通第一条命令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6811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46811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468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自由探索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4681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试用速查卡命令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943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943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收尾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总结 + 预告第 2 次课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第一部分：开场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0:00 - 0:10 · 自我介绍 + 铺垫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0:00 - 0:05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开场白：一句话说清这门课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“8 次课之后，你们每个人都会做出一个自己的软件项目。”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“不需要任何编程基础。”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“我们不是在学编程。我们在学指挥 AI 帮你编程。”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“不信？让我演示给你们看。”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0"/>
                </a:solidFill>
                <a:latin typeface="Microsoft YaHei"/>
              </a:defRPr>
            </a:pPr>
            <a:r>
              <a:t>→ 控制在 5 分钟内，立刻引向演示，不要在开场讲太多理论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0:05 - 0:10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 Claude Code？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Anthropic 公司做的 AI 编程助手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跑在你电脑的终端里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用中文告诉它想做什么，它帮你写代码、创建文件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不是聊天机器人 —— 是能直接在你电脑上干活的 AI 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→ 过渡：“现在，给我一个想法，我来演示。”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第二部分：“哇”时刻演示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0:10 - 0:30 · 整节课的灵魂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0:10 - 0:12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第 1 步：征集想法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“有没有人想要一个网页？什么都行。”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接受：贺卡、菜单、个人主页、活动邀请函、产品展示页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拒绝（温和地）：需要登录/数据库/支付的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没人说？用预备方案：“帮我们班做个课程介绍页”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→ 想法引导：单页、静态、视觉化的项目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0:12 - 0:19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第 2 步：现场构建（演示脚本）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mkdir demo &amp;&amp; cd demo</a:t>
            </a:r>
            <a:br/>
            <a:r>
              <a:t>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示例提示词（假设学员选了“餐厅菜单”）：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帮我做一个中餐馆的菜单网页。</a:t>
            </a:r>
            <a:br/>
            <a:r>
              <a:t>餐厅叫“好味道”。要有：</a:t>
            </a:r>
            <a:br/>
            <a:r>
              <a:t>- 漂亮的标题和餐厅名字</a:t>
            </a:r>
            <a:br/>
            <a:r>
              <a:t>- 分类：凉菜、热菜、汤、主食</a:t>
            </a:r>
            <a:br/>
            <a:r>
              <a:t>- 每个菜有名字和价格</a:t>
            </a:r>
            <a:br/>
            <a:r>
              <a:t>- 页面要好看，用暖色调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icrosoft YaHei"/>
              </a:defRPr>
            </a:pPr>
            <a:r>
              <a:t>边做边解说（关键！）：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“看，我在用中文跟 Claude 说话”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“它在想... 在分析我的需求”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“它开始写代码了。我完全不需要懂”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“做完了！让我们打开看看”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open index.html    # macOS</a:t>
            </a:r>
            <a:br/>
            <a:r>
              <a:t>start index.html   # Windows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0:19 - 0:20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第 3 步：展示结果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Microsoft YaHei"/>
              </a:defRPr>
            </a:pPr>
            <a:r>
              <a:t>“从我输入描述到现在，大概 2 分钟。</a:t>
            </a:r>
            <a:br/>
            <a:r>
              <a:t>一个完整的网页就做好了。”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“8 次课之后，你们每个人都能做到这个，</a:t>
            </a:r>
            <a:br/>
            <a:r>
              <a:t>而且做的是你自己想要的东西。”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90"/>
                </a:solidFill>
                <a:latin typeface="Microsoft YaHei"/>
              </a:defRPr>
            </a:pPr>
            <a:r>
              <a:t>给 30 秒让学员消化。教室应该有明显的惊叹/讨论声。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0:20 - 0:30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拆解：刚才发生了什么？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用中文告诉 Claude 你想要什么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97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Claude 写代码，创建文件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03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在浏览器里打开，看结果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不满意就说出哪里不对，让 Claude 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Microsoft YaHei"/>
              </a:defRPr>
            </a:pPr>
            <a:r>
              <a:t>这四步，就是接下来 8 次课我们要练到熟练的东西。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0:30 - 0:40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 次课的旅程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第 1 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装好工具，看到 AI 的威力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Microsoft YaHei"/>
              </a:defRPr>
            </a:pPr>
            <a:r>
              <a:t>第 2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自己动手做东西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Microsoft YaHei"/>
              </a:defRPr>
            </a:pPr>
            <a:r>
              <a:t>第 3-4 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我带着你们做一个完整的小工具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Microsoft YaHei"/>
              </a:defRPr>
            </a:pPr>
            <a:r>
              <a:t>第 5-6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你们自己选想做什么，我在旁边帮忙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A0B0"/>
                </a:solidFill>
                <a:latin typeface="Microsoft YaHei"/>
              </a:defRPr>
            </a:pPr>
            <a:r>
              <a:t>第 7-8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做自己的项目，最后一天上台展示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39C12"/>
                </a:solidFill>
                <a:latin typeface="Microsoft YaHei"/>
              </a:defRPr>
            </a:pPr>
            <a:r>
              <a:t>“到第 8 次课结束，你手里会有一个你自己做的、可以用的软件作品。”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第三部分：终端入门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0:40 - 0:55 · 认识你的新工具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终端是什么？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平时你用鼠标点来点去，终端是你用打字的方式告诉电脑做什么。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macOS 学员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Command + 空格 → 输入 Terminal → 回车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Windows 学员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Windows 键 → 输入 PowerShell → 点击打开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Microsoft YaHei"/>
              </a:defRPr>
            </a:pPr>
            <a:r>
              <a:t>助教此时走动，确保每人都打开了终端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0:45 - 0:55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 个基础命令 —— 这就够了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ECC71"/>
                </a:solidFill>
                <a:latin typeface="Courier New"/>
              </a:defRPr>
            </a:pPr>
            <a:r>
              <a:t>pwd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显示当前位置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“告诉你现在在电脑的哪个文件夹里”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ECC71"/>
                </a:solidFill>
                <a:latin typeface="Courier New"/>
              </a:defRPr>
            </a:pPr>
            <a:r>
              <a:t>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列出文件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423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“列出当前文件夹里有什么”（Win: dir）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ECC71"/>
                </a:solidFill>
                <a:latin typeface="Courier New"/>
              </a:defRPr>
            </a:pPr>
            <a:r>
              <a:t>mkdir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创建文件夹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383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“创建了一个叫 test 的新文件夹”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ECC71"/>
                </a:solidFill>
                <a:latin typeface="Courier New"/>
              </a:defRPr>
            </a:pPr>
            <a:r>
              <a:t>cd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进入文件夹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343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“进入了 test 文件夹”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ECC71"/>
                </a:solidFill>
                <a:latin typeface="Courier New"/>
              </a:defRPr>
            </a:pPr>
            <a:r>
              <a:t>cd 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回到上一层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303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“回到上一层”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Microsoft YaHei"/>
              </a:defRPr>
            </a:pPr>
            <a:r>
              <a:t>检查点：“请每个人跑一下 pwd，看到结果的举手。”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☕ 休息 10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终端操作遇到问题？休息时找助教帮忙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第四部分：环境安装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1:05 - 1:30 · 把 Claude Code 装到你的电脑上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步骤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macOS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# 检查是否已安装</a:t>
            </a:r>
            <a:br/>
            <a:r>
              <a:t>node --version</a:t>
            </a:r>
            <a:br/>
            <a:br/>
            <a:r>
              <a:t># 没有？用 USB 中的安装包</a:t>
            </a:r>
            <a:br/>
            <a:r>
              <a:t># 双击 node-vXX.X.X.pkg 安装</a:t>
            </a:r>
            <a:br/>
            <a:br/>
            <a:r>
              <a:t># 重新打开终端，验证</a:t>
            </a:r>
            <a:br/>
            <a:r>
              <a:t>node --version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# 检查是否已安装</a:t>
            </a:r>
            <a:br/>
            <a:r>
              <a:t>node --version</a:t>
            </a:r>
            <a:br/>
            <a:br/>
            <a:r>
              <a:t># 没有？用 USB 中的安装包</a:t>
            </a:r>
            <a:br/>
            <a:r>
              <a:t># 双击 node-vXX.X.X.msi</a:t>
            </a:r>
            <a:br/>
            <a:r>
              <a:t># 勾选 "Add to PATH"</a:t>
            </a:r>
            <a:br/>
            <a:br/>
            <a:r>
              <a:t># 重新打开 PowerShell，验证</a:t>
            </a:r>
            <a:br/>
            <a:r>
              <a:t>node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Microsoft YaHei"/>
              </a:defRPr>
            </a:pPr>
            <a:r>
              <a:t>成功标志：看到版本号（如 v22.x.x）→ “看到的同学举手！”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常见问题：command not found → 重开终端｜无法打开安装包 → 系统安全设置允许｜无权限 → 用网页版备用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步骤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# 安装</a:t>
            </a:r>
            <a:br/>
            <a:r>
              <a:t>npm install -g @anthropic-ai/claude-code</a:t>
            </a:r>
            <a:br/>
            <a:br/>
            <a:r>
              <a:t># 验证</a:t>
            </a:r>
            <a:br/>
            <a:r>
              <a:t>claude --version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Microsoft YaHei"/>
              </a:defRPr>
            </a:pPr>
            <a:r>
              <a:t>成功标志：看到版本号 → “举手！”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0B0"/>
                </a:solidFill>
                <a:latin typeface="Microsoft YaHei"/>
              </a:defRPr>
            </a:pPr>
            <a:r>
              <a:t>常见问题：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74C3C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EACCES 权限错误 → macOS: sudo npm install -g ...  Windows: 管理员身份运行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74C3C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网络超时 → 用 USB 离线包: npm install -g ./claude-code-x.x.x.tgz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74C3C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npm: command not found → 回到步骤 1，重新安装 Node.js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步骤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配置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“Claude Code 需要一把‘钥匙’才能工作。我已经为大家准备好了。”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macOS /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export ANTHROPIC_API_KEY="sk-ant-xxxxx"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Windows 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ECC71"/>
                </a:solidFill>
                <a:latin typeface="Courier New"/>
              </a:defRPr>
            </a:pPr>
            <a:r>
              <a:t>$env:ANTHROPIC_API_KEY="sk-ant-xxxxx"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0B0"/>
                </a:solidFill>
                <a:latin typeface="Microsoft YaHei"/>
              </a:defRPr>
            </a:pPr>
            <a:r>
              <a:t>分组分配：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1-5 号学员：Key 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6-10 号学员：Key 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11-15 号学员：Key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90"/>
                </a:solidFill>
                <a:latin typeface="Microsoft YaHei"/>
              </a:defRPr>
            </a:pPr>
            <a:r>
              <a:t>这个 Key 是课堂专用的，请不要分享给别人。课程结束后会教你们申请自己的。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第五部分：首次交互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1:30 - 1:45 · 每个人都要跑通一次！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你的第一个项目！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Microsoft YaHei"/>
              </a:defRPr>
            </a:pPr>
            <a:r>
              <a:t>跟我一起做：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ECC71"/>
                </a:solidFill>
                <a:latin typeface="Courier New"/>
              </a:defRPr>
            </a:pPr>
            <a:r>
              <a:t># 1. 创建练习文件夹</a:t>
            </a:r>
            <a:br/>
            <a:r>
              <a:t>mkdir lesson1 &amp;&amp; cd lesson1</a:t>
            </a:r>
            <a:br/>
            <a:br/>
            <a:r>
              <a:t># 2. 启动 Claude Code</a:t>
            </a:r>
            <a:br/>
            <a:r>
              <a:t>claude</a:t>
            </a:r>
            <a:br/>
            <a:br/>
            <a:r>
              <a:t># 3. 输入你的第一条指令</a:t>
            </a:r>
            <a:br/>
            <a:r>
              <a:t>你好！请帮我创建一个简单的 HTML 页面，</a:t>
            </a:r>
            <a:br/>
            <a:r>
              <a:t>内容是“我的第一个网页”，标题用大字，</a:t>
            </a:r>
            <a:br/>
            <a:r>
              <a:t>页面背景用浅蓝色。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等 Claude 完成后：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ECC71"/>
                </a:solidFill>
                <a:latin typeface="Courier New"/>
              </a:defRPr>
            </a:pPr>
            <a:r>
              <a:t>open index.html    # 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ECC71"/>
                </a:solidFill>
                <a:latin typeface="Courier New"/>
              </a:defRPr>
            </a:pPr>
            <a:r>
              <a:t>start index.html   #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Microsoft YaHei"/>
              </a:defRPr>
            </a:pPr>
            <a:r>
              <a:t>“看到网页的同学举手！” —— 目标：95%+ 举手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1:45 - 1:55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自由探索：试试速查卡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“请帮我修改网页的背景色为你喜欢的颜色”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“给网页加一张图片描述（用 emoji 代替）”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“让这个页面在手机上也好看”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速查卡上还有更多命令，随便试！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助教：走动观察，看到有趣的成果让学员展示给旁边的人看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1:55 - 2:00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今天完成了三件事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你看到了 AI 能做什么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10 分钟做出一个网页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你把工具装好了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Claude Code 已就绪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你自己跑通了第一个项目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“我的第一个网页”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课后任务（可选，不强制）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800">
                <a:solidFill>
                  <a:srgbClr val="E0E0E0"/>
                </a:solidFill>
                <a:latin typeface="Microsoft YaHei"/>
              </a:rPr>
              <a:t>试着用 Claude Code 做一个你自己想要的简单网页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800">
                <a:solidFill>
                  <a:srgbClr val="E0E0E0"/>
                </a:solidFill>
                <a:latin typeface="Microsoft YaHei"/>
              </a:rPr>
              <a:t>任何东西都行：一张贺卡、一个倒计时、一个个人介绍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800">
                <a:solidFill>
                  <a:srgbClr val="E0E0E0"/>
                </a:solidFill>
                <a:latin typeface="Microsoft YaHei"/>
              </a:rPr>
              <a:t>做不出来也完全没关系，下次课我们一起来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下次课预告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第 2 次课：AI 思维模型 + 初次动手</a:t>
            </a:r>
            <a:br/>
            <a:r>
              <a:t>学习如何更好地跟 Claude 对话，让它做出你真正想要的东西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老师备注：5 条关键提醒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（此页不展示给学员，仅老师参考）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“哇”时刻是整节课的灵魂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如果演示不震撼，后面的安装环节会变成煎熬。花时间准备和练习演示。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安装问题不要恋战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一个学员卡超过 5 分钟就切网页版。保护整体节奏比解决个别问题重要。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91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让学员动手，不要只是看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918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首次交互环节必须每人都做一次。手指敲过键盘和眼睛看过屏幕，记忆效果完全不同。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营造安全感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反复说：“做不出来完全正常”“没有蠢问题”。零基础的成年人最怕在别人面前显得笨。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不要提前教太多概念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今天的目标只有两个：震撼 + 安装。思维模型留给第 2 次课。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老师备注：备用方案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（此页不展示给学员，仅老师参考）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API 故障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播放预录屏幕录像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Wi-Fi 崩溃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423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USB 离线安装包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电脑无法安装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claude.ai/code 网页版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想法太复杂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9776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温和引导到预备方案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安装时间不够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第 2 次课前 20 分钟继续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学员完全跟不上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532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助教一对一，先用网页版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