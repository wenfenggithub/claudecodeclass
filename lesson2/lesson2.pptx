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Claude Code 实战课程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第 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  <a:latin typeface="Microsoft YaHei"/>
              </a:defRPr>
            </a:pPr>
            <a:r>
              <a:t>安装缓冲 + AI 思维模型 + 初次动手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90"/>
                </a:solidFill>
                <a:latin typeface="Microsoft YaHei"/>
              </a:defRPr>
            </a:pPr>
            <a:r>
              <a:t>今天的核心:学会"怎么跟 AI 对话",让它做出你真正想要的东西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今天结束时,你会……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全员安装就绪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100% 学员完成本地 Claude Code 安装(或使用网页版备用方案)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掌握四个思维模型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初级开发者 · 上下文 · 任务书 · 迭代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49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做出英语学习页面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206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基于提供的 txt 文件做一个 Naval 金句学习页面,至少修改一次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建立评估能力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394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能判断 Claude 的输出对不对,并用自然语言提出修改要求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今天的时间线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188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开场回顾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188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上次课做了什么,今天要学什么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安装缓冲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91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未完成的补装,完成的自由探索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94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思维模型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Claude 是初级开发者,你是经理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974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Microsoft YaHei"/>
              </a:defRPr>
            </a:pPr>
            <a:r>
              <a:t>思维模型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697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上下文决定一切(现场对比演示)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00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200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8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思维模型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先写任务书,再让 AI 动手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7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思维模型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703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迭代,而非追求完美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062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0:55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2062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08090"/>
                </a:solidFill>
                <a:latin typeface="Microsoft YaHei"/>
              </a:defRPr>
            </a:pPr>
            <a:r>
              <a:t>休息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091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1:05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7091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25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Microsoft YaHei"/>
              </a:defRPr>
            </a:pPr>
            <a:r>
              <a:t>练习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709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基于 txt 文件做 Naval 金句英语学习页面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12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1:30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212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20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Microsoft YaHei"/>
              </a:defRPr>
            </a:pPr>
            <a:r>
              <a:t>练习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5212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修改页面:优化句子、补充音标翻译解读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7150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08090"/>
                </a:solidFill>
                <a:latin typeface="Microsoft YaHei"/>
              </a:defRPr>
            </a:pPr>
            <a:r>
              <a:t>1:50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7150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90"/>
                </a:solidFill>
                <a:latin typeface="Microsoft YaHei"/>
              </a:defRPr>
            </a:pPr>
            <a:r>
              <a:t>10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715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A0B0"/>
                </a:solidFill>
                <a:latin typeface="Microsoft YaHei"/>
              </a:defRPr>
            </a:pPr>
            <a:r>
              <a:t>分享 + 收尾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5715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同伴展示 + 总结 + 预告下次课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第一部分:开场回顾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0:00 - 0:05 · 上次课做了什么,今天要学什么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0:00 - 0:05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欢迎回来!上次课我们做了……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39C12"/>
                </a:solidFill>
                <a:latin typeface="Microsoft YaHei"/>
              </a:rPr>
              <a:t>▸ </a:t>
            </a:r>
            <a:r>
              <a:rPr sz="2000">
                <a:solidFill>
                  <a:srgbClr val="E0E0E0"/>
                </a:solidFill>
                <a:latin typeface="Microsoft YaHei"/>
              </a:rPr>
              <a:t>看了一个 10 分钟做出网页的现场演示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39C12"/>
                </a:solidFill>
                <a:latin typeface="Microsoft YaHei"/>
              </a:rPr>
              <a:t>▸ </a:t>
            </a:r>
            <a:r>
              <a:rPr sz="2000">
                <a:solidFill>
                  <a:srgbClr val="E0E0E0"/>
                </a:solidFill>
                <a:latin typeface="Microsoft YaHei"/>
              </a:rPr>
              <a:t>把 Claude Code 装到了你们的电脑上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39C12"/>
                </a:solidFill>
                <a:latin typeface="Microsoft YaHei"/>
              </a:rPr>
              <a:t>▸ </a:t>
            </a:r>
            <a:r>
              <a:rPr sz="2000">
                <a:solidFill>
                  <a:srgbClr val="E0E0E0"/>
                </a:solidFill>
                <a:latin typeface="Microsoft YaHei"/>
              </a:rPr>
              <a:t>每个人都跑通了第一个网页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今天要学一件更重要的事——</a:t>
            </a:r>
            <a:br/>
            <a:r>
              <a:t>怎么跟 AI 对话,才能让它做出你真正想要的东西。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会对话的人和不会对话的人,用同一个 AI,做出来的东西天差地别。</a:t>
            </a:r>
            <a:br/>
            <a:r>
              <a:t>今天之后,你就是那个"会对话的人"。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第二部分:安装缓冲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0:05 - 0:20 · 两组并行,目标是全员就绪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0:05 - 0:20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两组并行,15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🅰 未完成安装的同学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Microsoft YaHei"/>
              </a:defRPr>
            </a:pPr>
            <a:r>
              <a:t>跟助教一起完成,15 分钟足够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A86FF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Node.js → Claude Code → API Key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A86FF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10 分钟仍未完成 → 切换 claude.ai/code 网页版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A86FF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底线:20 分钟时全班 100% 可用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🅱 已完成安装的同学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Microsoft YaHei"/>
              </a:defRPr>
            </a:pPr>
            <a:r>
              <a:t>启动 Claude Code,试试下面 3 个挑战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帮我把上次做的网页加一个"关于我"的段落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给网页加一个当前时间显示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让网页背景变成渐变色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Microsoft YaHei"/>
              </a:defRPr>
            </a:pPr>
            <a:r>
              <a:t>检查点 (0:20):全班每个人现在都能启动 Claude Code 了吗?举手确认! 目标:100%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第三部分:AI 思维模型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0:20 - 0:55 · 这门课最值钱的东西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接下来 35 分钟:四种思维方式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不是某个命令,而是四种思维方式。掌握了,你用 AI 的效果会比别人好 10 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1488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初级开发者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402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你是经理,Claude 是你新招的员工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1546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上下文决定一切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你给的信息越多、越具体,结果越好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先写任务书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251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动手前花 2 分钟想清楚你要什么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1663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迭代,而非完美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257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先做出来,再改好——不是一次说对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0:20 - 0:30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思维模型 1:Claude 是初级开发者,你是经理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A0A0B0"/>
                </a:solidFill>
                <a:latin typeface="Microsoft YaHei"/>
              </a:defRPr>
            </a:pPr>
            <a:r>
              <a:t>想象你刚招了一个新员工。这个新员工有三个特点: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第一,速度极快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6060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你让他做什么,几秒钟就做完了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第二,听话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4289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你说什么他就做什么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第三,需要你给方向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2519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你说"做个好看的东西"他就照做——但可能不是你想要的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Claude Code 就是这样一个"初级开发者"。而你,是它的经理。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思维模型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经理做什么?三件事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39C12"/>
                </a:solidFill>
                <a:latin typeface="Microsoft YaHei"/>
              </a:defRPr>
            </a:pPr>
            <a:r>
              <a:t>给方向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告诉它做什么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39C12"/>
                </a:solidFill>
                <a:latin typeface="Microsoft YaHei"/>
              </a:defRPr>
            </a:pPr>
            <a:r>
              <a:t>审查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看看做得对不对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39C12"/>
                </a:solidFill>
                <a:latin typeface="Microsoft YaHei"/>
              </a:defRPr>
            </a:pPr>
            <a:r>
              <a:t>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告诉它哪里要改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C40F"/>
                </a:solidFill>
                <a:latin typeface="Microsoft YaHei"/>
              </a:defRPr>
            </a:pPr>
            <a:r>
              <a:t>你不需要知道代码怎么写。</a:t>
            </a:r>
            <a:br/>
            <a:r>
              <a:t>你只需要知道"我想要什么"和"这个结果对不对"。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思维模型 1 · 类比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假设你让新员工做一份 PPT,你会怎么说?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Microsoft YaHei"/>
              </a:defRPr>
            </a:pPr>
            <a:r>
              <a:t>❌ A 同事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"帮我做个 PPT。"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结果:他做出来大概率不是你想要的。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Microsoft YaHei"/>
              </a:defRPr>
            </a:pPr>
            <a:r>
              <a:t>✅ B 同事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"帮我做个 10 页的 PPT,主题是年度总结,第一页放标题和日期,第二页放今年的三个亮点,第三页放数据图表……"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5720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结果:好多了,对吧?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9C12"/>
                </a:solidFill>
                <a:latin typeface="Microsoft YaHei"/>
              </a:defRPr>
            </a:pPr>
            <a:r>
              <a:t>跟 Claude Code 对话也是一样的道理。你说得越清楚,它做得越对。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0:30 - 0:40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思维模型 2:上下文决定一切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  <a:latin typeface="Microsoft YaHei"/>
              </a:defRPr>
            </a:pPr>
            <a:r>
              <a:t>Claude 只知道你告诉它的事情。</a:t>
            </a:r>
            <a:br/>
            <a:r>
              <a:t>它看不到你脑子里的画面。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0E0"/>
                </a:solidFill>
                <a:latin typeface="Microsoft YaHei"/>
              </a:defRPr>
            </a:pPr>
            <a:r>
              <a:t>让我演示一下区别有多大——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  <a:latin typeface="Microsoft YaHei"/>
              </a:defRPr>
            </a:pPr>
            <a:r>
              <a:t>下一页:现场对比演示(本环节的重头戏)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现场对比演示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同一个 AI,不同的上下文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❌ 差的上下文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2ECC71"/>
                </a:solidFill>
                <a:latin typeface="Courier New"/>
              </a:defRPr>
            </a:pPr>
            <a:r>
              <a:t>mkdir demo-bad &amp;&amp; cd demo-bad</a:t>
            </a:r>
            <a:br/>
            <a: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Courier New"/>
              </a:defRPr>
            </a:pPr>
            <a:r>
              <a:t>做一个网页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  <a:latin typeface="Microsoft YaHei"/>
              </a:defRPr>
            </a:pPr>
            <a:r>
              <a:t>→ 能用吗?能。</a:t>
            </a:r>
            <a:br/>
            <a:r>
              <a:t>→ 但它不知道你想要什么,</a:t>
            </a:r>
            <a:br/>
            <a:r>
              <a:t>  所以做了一个非常普通的东西。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Microsoft YaHei"/>
              </a:defRPr>
            </a:pPr>
            <a:r>
              <a:t>✅ 好的上下文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2ECC71"/>
                </a:solidFill>
                <a:latin typeface="Courier New"/>
              </a:defRPr>
            </a:pPr>
            <a:r>
              <a:t>mkdir demo-good &amp;&amp; cd demo-good</a:t>
            </a:r>
            <a:br/>
            <a:r>
              <a:t>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  <a:latin typeface="Courier New"/>
              </a:defRPr>
            </a:pPr>
            <a:r>
              <a:t>帮我做一个个人介绍网页。我叫小明,</a:t>
            </a:r>
            <a:br/>
            <a:r>
              <a:t>是一个摄影爱好者。</a:t>
            </a:r>
            <a:br/>
            <a:r>
              <a:t>- 顶部大标题"小明的世界"</a:t>
            </a:r>
            <a:br/>
            <a:r>
              <a:t>- 下面 3-4 句自我介绍</a:t>
            </a:r>
            <a:br/>
            <a:r>
              <a:t>- 三个板块:作品/爱好/联系方式</a:t>
            </a:r>
            <a:br/>
            <a:r>
              <a:t>- 文艺风,暖色调,字体柔和</a:t>
            </a:r>
            <a:br/>
            <a:r>
              <a:t>- 加一些好看的 emoji 装饰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C40F"/>
                </a:solidFill>
                <a:latin typeface="Microsoft YaHei"/>
              </a:defRPr>
            </a:pPr>
            <a:r>
              <a:t>"看到区别了吗?同一个 AI,结果天差地别。唯一的区别就是——你给了它多少信息。"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思维模型 2 · 记住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记住这条规则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39C12"/>
                </a:solidFill>
                <a:latin typeface="Microsoft YaHei"/>
              </a:defRPr>
            </a:pPr>
            <a:r>
              <a:t>你给 Claude 的信息越多、越具体,</a:t>
            </a:r>
            <a:br/>
            <a:r>
              <a:t>它给你的结果越好。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不是要你写一篇文章。而是想清楚三个问题: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我想要什么?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功能、内容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我想要什么样的?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风格、感觉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有没有具体要求?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细节、限制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0:40 - 0:48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思维模型 3:先写任务书,再让 AI 动手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动手让 AI 做之前,先花 2 分钟把你想要的东西写下来。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就像你给新员工派活,先把需求写在纸上,而不是嘴上一句"你看着办"。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任务书三件套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我想要什么?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0"/>
                </a:solidFill>
                <a:latin typeface="Microsoft YaHei"/>
              </a:defRPr>
            </a:pPr>
            <a:r>
              <a:t>— 功能、内容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我想要什么样的?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0"/>
                </a:solidFill>
                <a:latin typeface="Microsoft YaHei"/>
              </a:defRPr>
            </a:pPr>
            <a:r>
              <a:t>— 风格、感觉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有没有具体要求?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6235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0"/>
                </a:solidFill>
                <a:latin typeface="Microsoft YaHei"/>
              </a:defRPr>
            </a:pPr>
            <a:r>
              <a:t>— 细节、限制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思维模型 3 · 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为什么要先写?三个原因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9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逼你自己想清楚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很多时候你以为知道自己想要什么,写下来才发现"其实我没想好"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788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AI 一次就能做对大半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省掉反复返工的时间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任务书可以复用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下次想做类似的东西,改改任务书就行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58BFF"/>
                </a:solidFill>
                <a:latin typeface="Microsoft YaHei"/>
              </a:defRPr>
            </a:pPr>
            <a:r>
              <a:t>💡 这是程序员现在用 AI 的标准做法(spec-driven),</a:t>
            </a:r>
            <a:br/>
            <a:r>
              <a:t>你们一上来就学的是高级打法。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思维模型 3 · 回溯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其实刚才"小明的世界"就是一份任务书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我想要什么?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→ 个人介绍页面,主人公是摄影爱好者小明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我想要什么样的?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→ 文艺风格、暖色调、字体柔和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有没有具体要求?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5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→ 大标题"小明的世界"、三个板块、加 emoji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C40F"/>
                </a:solidFill>
                <a:latin typeface="Microsoft YaHei"/>
              </a:defRPr>
            </a:pPr>
            <a:r>
              <a:t>三个问题回答清楚,任务书就成了。不复杂。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0:48 - 0:55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思维模型 4:迭代,而非追求完美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74C3C"/>
                </a:solidFill>
                <a:latin typeface="Microsoft YaHei"/>
              </a:defRPr>
            </a:pPr>
            <a:r>
              <a:t>误区:觉得要一次把需求说完美,AI 才能做出好东西。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Microsoft YaHei"/>
              </a:defRPr>
            </a:pPr>
            <a:r>
              <a:t>事实上,最好的用法是: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先说个大概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→ 看结果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不满意的地方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→ 告诉它改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再看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4805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→ 再改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937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几轮之后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→ 就是你想要的了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1C40F"/>
                </a:solidFill>
                <a:latin typeface="Microsoft YaHei"/>
              </a:defRPr>
            </a:pPr>
            <a:r>
              <a:t>这就像改作文。没有人第一稿就是完美的。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现场迭代演示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用刚才的小明页面,继续改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FF"/>
                </a:solidFill>
                <a:latin typeface="Microsoft YaHei"/>
              </a:defRPr>
            </a:pPr>
            <a:r>
              <a:t>第 1 轮修改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Courier New"/>
              </a:defRPr>
            </a:pPr>
            <a:r>
              <a:t>这个页面不错,但我想改几个地方:</a:t>
            </a:r>
            <a:br/>
            <a:r>
              <a:t>1. 标题太小了,再大一倍</a:t>
            </a:r>
            <a:br/>
            <a:r>
              <a:t>2. 背景色太亮了,换成米白色</a:t>
            </a:r>
            <a:br/>
            <a:r>
              <a:t>3. "联系方式"板块加一个微信二维码占位图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FF"/>
                </a:solidFill>
                <a:latin typeface="Microsoft YaHei"/>
              </a:defRPr>
            </a:pPr>
            <a:r>
              <a:t>第 2 轮修改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FFFFFF"/>
                </a:solidFill>
                <a:latin typeface="Courier New"/>
              </a:defRPr>
            </a:pPr>
            <a:r>
              <a:t>很好!再改一下:</a:t>
            </a:r>
            <a:br/>
            <a:r>
              <a:t>- 三个板块用卡片式布局,加圆角和阴影</a:t>
            </a:r>
            <a:br/>
            <a:r>
              <a:t>- 页面底部加一行小字:"用 AI 制作"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我从来没有一次说完所有需求。我是一步步改过来的。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1C40F"/>
                </a:solidFill>
                <a:latin typeface="Microsoft YaHei"/>
              </a:defRPr>
            </a:pPr>
            <a:r>
              <a:t>核心技能:不是一次说对,而是一步步调对。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思维模型 4 · 记住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迭代三句话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7451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第一次结果是草稿,不是成品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别期望一次完美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15467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改比重做快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说"把标题改大"比重新描述整个页面快得多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434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每次只改 1-2 个地方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不要一口气提 10 个修改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☕ 休息 10 分钟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有疑问?休息时找老师或助教 · 回来后你们自己动手做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第四部分:引导式练习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1:05 - 1:50 · 用四个思维模型做一个英语学习小项目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1:05 - 1:30 · 练习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基于 naval.txt 做一个 Naval 金句英语学习页面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动手敲命令之前,先做一件事 —— 写任务书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0"/>
                </a:solidFill>
                <a:latin typeface="Microsoft YaHei"/>
              </a:defRPr>
            </a:pPr>
            <a:r>
              <a:t>老师会提供 naval.txt。先花 3 分钟回答三个问题: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1. 我想要什么?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从 naval.txt 里挑 5 句话,做成英语学习页面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2. 我想要什么样的?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简约?卡片式?像背单词 App?什么颜色?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3. 有没有具体要求?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257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是否加关键词高亮?是否标注来源?是否加重点词解释?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C40F"/>
                </a:solidFill>
                <a:latin typeface="Microsoft YaHei"/>
              </a:defRPr>
            </a:pPr>
            <a:r>
              <a:t>写完再动手。这 3 分钟花得值。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练习 1 · 操作步骤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 个步骤,跟着做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写任务书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417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2ECC71"/>
                </a:solidFill>
                <a:latin typeface="Courier New"/>
              </a:defRPr>
            </a:pPr>
            <a:r>
              <a:t>(纸上或记事本) 回答三个问题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116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打开终端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057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2ECC71"/>
                </a:solidFill>
                <a:latin typeface="Courier New"/>
              </a:defRPr>
            </a:pPr>
            <a:r>
              <a:t>macOS: Command+空格,输入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5175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创建项目文件夹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6974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2ECC71"/>
                </a:solidFill>
                <a:latin typeface="Courier New"/>
              </a:defRPr>
            </a:pPr>
            <a:r>
              <a:t>mkdir naval-quotes &amp;&amp; cd naval-quotes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918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准备 txt 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337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2ECC71"/>
                </a:solidFill>
                <a:latin typeface="Courier New"/>
              </a:defRPr>
            </a:pPr>
            <a:r>
              <a:t>确保老师提供的 naval.txt 在当前文件夹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启动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9776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2ECC71"/>
                </a:solidFill>
                <a:latin typeface="Courier New"/>
              </a:defRPr>
            </a:pPr>
            <a:r>
              <a:t>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57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把任务书告诉 Claude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617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2ECC71"/>
                </a:solidFill>
                <a:latin typeface="Courier New"/>
              </a:defRPr>
            </a:pPr>
            <a:r>
              <a:t>请基于 naval.txt 选 5 句话,展示原句、音标、翻译和解读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2120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打开浏览器查看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25779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2ECC71"/>
                </a:solidFill>
                <a:latin typeface="Courier New"/>
              </a:defRPr>
            </a:pPr>
            <a:r>
              <a:t>open index.html  /  start index.html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C40F"/>
                </a:solidFill>
                <a:latin typeface="Microsoft YaHei"/>
              </a:defRPr>
            </a:pPr>
            <a:r>
              <a:t>检查点 (1:30):已经看到 Naval 金句学习页面的同学举手! 目标:90%+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练习 1 · 老师/助教备注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老师和助教怎么做(学员看不到)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Microsoft YaHei"/>
              </a:defRPr>
            </a:pPr>
            <a:r>
              <a:t>(此页不展示给学员,仅老师参考)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FF"/>
                </a:solidFill>
                <a:latin typeface="Microsoft YaHei"/>
              </a:defRPr>
            </a:pPr>
            <a:r>
              <a:t>👨‍🏫 老师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前 3 分钟:走动看学员的任务书,不看电脑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太模糊 → 引导加细节:"5 句话要偏短还是偏有启发性?"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太复杂 → 引导简化:"先做简单版"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不要替学员写任务书,只提问引导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3 分钟后放行,开始敲命令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Microsoft YaHei"/>
              </a:defRPr>
            </a:pPr>
            <a:r>
              <a:t>🧑‍💻 助教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帮助遇到技术问题的学员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(终端操作、文件路径等)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观察任务书质量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常见困惑课后反馈给老师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未成功学员:通常是路径或 Claude Code 未启动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1:30 - 1:50 · 练习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修改你的 Naval 学习页面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Microsoft YaHei"/>
              </a:defRPr>
            </a:pPr>
            <a:r>
              <a:t>看看你的页面,有没有什么地方不满意?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0"/>
                </a:solidFill>
                <a:latin typeface="Microsoft YaHei"/>
              </a:defRPr>
            </a:pPr>
            <a:r>
              <a:t>句子太难?音标不统一?翻译太生硬?解读太浅?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用刚学的思维模型 4 —— 迭代。告诉 Claude 你想改什么。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🎯 目标:至少改两次。每次只改 1-2 个地方。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  <a:latin typeface="Microsoft YaHei"/>
              </a:defRPr>
            </a:pPr>
            <a:r>
              <a:t>下一页:修改示例参考(不要求照做,只是给你灵感)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练习 2 · 修改示例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你觉得…… 就这样跟 Claude 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86FF"/>
                </a:solidFill>
                <a:latin typeface="Microsoft YaHei"/>
              </a:defRPr>
            </a:pPr>
            <a:r>
              <a:t>你觉得……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86FF"/>
                </a:solidFill>
                <a:latin typeface="Microsoft YaHei"/>
              </a:defRPr>
            </a:pPr>
            <a:r>
              <a:t>你可以这样跟 Claude 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句子太难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把 5 句话换成更短、更适合英语初学者背诵的句子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想加内容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889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每句话下面再补一行关键词解释,</a:t>
            </a:r>
            <a:br/>
            <a:r>
              <a:t>告诉我最值得学的 1-2 个词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布局太挤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56616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每张句子卡片之间加大间距,</a:t>
            </a:r>
            <a:br/>
            <a:r>
              <a:t>原文、音标、翻译、解读分层显示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想加效果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3434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点击卡片后再展开中文翻译和解读,</a:t>
            </a:r>
            <a:br/>
            <a:r>
              <a:t>先默认只显示英文原句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不够像学习工具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12064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Microsoft YaHei"/>
              </a:defRPr>
            </a:pPr>
            <a:r>
              <a:t>这个页面还不像英语学习产品,帮我美化一下,</a:t>
            </a:r>
            <a:br/>
            <a:r>
              <a:t>参考简洁的背单词 App 风格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C40F"/>
                </a:solidFill>
                <a:latin typeface="Microsoft YaHei"/>
              </a:defRPr>
            </a:pPr>
            <a:r>
              <a:t>说不清也没关系,就用大白话描述感受,Claude 会帮你想办法。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第五部分:分享 +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1:50 - 2:00 · 同伴展示 + 总结 + 预告下次课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1:50 - 1:55 · 同伴展示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转向你旁边的同学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39C12"/>
                </a:solidFill>
                <a:latin typeface="Microsoft YaHei"/>
              </a:defRPr>
            </a:pPr>
            <a:r>
              <a:t>把你的 Naval 学习页面给 ta 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0E0"/>
                </a:solidFill>
                <a:latin typeface="Microsoft YaHei"/>
              </a:defRPr>
            </a:pPr>
            <a:r>
              <a:t>互相看看,说两句:</a:t>
            </a:r>
            <a:br/>
            <a:r>
              <a:t>"你这个怎么做的?"</a:t>
            </a:r>
            <a:br/>
            <a:r>
              <a:t>"你跟 Claude 说了什么?"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1C40F"/>
                </a:solidFill>
                <a:latin typeface="Microsoft YaHei"/>
              </a:defRPr>
            </a:pPr>
            <a:r>
              <a:t>⏱ 给你们 3 分钟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1:55 - 1:58 ·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今天学了四个思维模型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08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你是经理,Claude 是你的初级开发者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你给方向、审查结果、提反馈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68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上下文决定一切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71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你说得越清楚,它做得越好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29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先写任务书,再让 AI 动手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319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动手之前花 2-3 分钟想清楚你要什么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39C1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89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迭代,不要追求一次完美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92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先做出来,再改好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1C40F"/>
                </a:solidFill>
                <a:latin typeface="Microsoft YaHei"/>
              </a:defRPr>
            </a:pPr>
            <a:r>
              <a:t>而且你们刚刚做到了 —— 每个人都写了任务书、基于 txt 做出了页面、改了至少两次。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icrosoft YaHei"/>
              </a:defRPr>
            </a:pPr>
            <a:r>
              <a:t>1:58 - 2:00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课后任务(可选,不强制)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继续美化你的 Naval 金句学习页面 — 加关键词解释、收藏功能、换风格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试试把材料换成另一份英文 txt 文件,做一个新的英语学习页面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做不出来不用焦虑 — 记下你想做什么,下次课我帮你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C40F"/>
                </a:solidFill>
                <a:latin typeface="Microsoft YaHei"/>
              </a:defRPr>
            </a:pPr>
            <a:r>
              <a:t>做了的同学可以截图发微信群,我们互相看看!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Microsoft YaHei"/>
              </a:defRPr>
            </a:pPr>
            <a:r>
              <a:t>下次课预告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Microsoft YaHei"/>
              </a:defRPr>
            </a:pPr>
            <a:r>
              <a:t>第 3 次课:我们开始做一个更大的东西 —— 一个真正的小工具。</a:t>
            </a:r>
            <a:br/>
            <a:r>
              <a:t>我会带着你们一步一步做。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老师备注:备用方案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Microsoft YaHei"/>
              </a:defRPr>
            </a:pPr>
            <a:r>
              <a:t>(此页不展示给学员,仅老师参考)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安装缓冲超时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6459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立即切换 claude.ai/code 网页版,不再纠结本地安装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对比演示效果不明显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4231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用预先准备的截图对比替代(提前测试并截好图)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API 速率限制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004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分批启动(先左半区,1 分钟后右半区);或切换备用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学员写不出提示词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提供模板:"请基于 naval.txt 选 5 句话,页面风格___,每句展示原句/音标/翻译/解读"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学员缺第 1 次课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7548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助教一对一帮助 + 发第 1 次课回顾讲义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练习时间不够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5321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砍思维模型 3 到 5 分钟,或压缩练习 2 为 10 分钟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老师备注:6 条关键提醒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90"/>
                </a:solidFill>
                <a:latin typeface="Microsoft YaHei"/>
              </a:defRPr>
            </a:pPr>
            <a:r>
              <a:t>(此页不展示给学员,仅老师参考)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对比演示是本课的灵魂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差的上下文 vs 好的上下文,差异必须让学员"哇"出来。提前测试至少 3 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042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用类比,不要用术语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0428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经理管下属、改作文、装修房子——用学员生活中的事情解释。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540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540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练习时间是神圣的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5409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思维模型讲解超时,砍讲解而不是砍练习。动手记忆是听讲的 10 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039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039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不要替学员写提示词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803904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"你想要什么风格?"比"你应该写简约风格"更好。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53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537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第 2 次课是信心关键课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55371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目标是把第 1 次课的怀疑转化为"我确实能做到"。每人都要带着作品离开。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同伴展示优于全班展示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53035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这阶段作品质量差异大,同伴展示更安全。全班展示留给第 6、8 次课。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